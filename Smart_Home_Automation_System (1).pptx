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39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59" y="640079"/>
            <a:ext cx="839585" cy="864385"/>
          </a:xfrm>
          <a:prstGeom prst="ellipse">
            <a:avLst/>
          </a:prstGeom>
          <a:solidFill>
            <a:srgbClr val="3A4696"/>
          </a:solidFill>
          <a:ln/>
        </p:spPr>
      </p:sp>
      <p:pic>
        <p:nvPicPr>
          <p:cNvPr id="5" name="Image 0" descr="/home/claude/smart_home_ppt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8" y="793698"/>
            <a:ext cx="547421" cy="5474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40133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HOME AUTOMATION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59" y="23269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Home Safety &amp; Automation using ESP8266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38200" y="3259421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400" b="1" dirty="0"/>
          </a:p>
        </p:txBody>
      </p:sp>
      <p:sp>
        <p:nvSpPr>
          <p:cNvPr id="9" name="Shape 6"/>
          <p:cNvSpPr/>
          <p:nvPr/>
        </p:nvSpPr>
        <p:spPr>
          <a:xfrm>
            <a:off x="822960" y="3794760"/>
            <a:ext cx="6035040" cy="365760"/>
          </a:xfrm>
          <a:prstGeom prst="rect">
            <a:avLst/>
          </a:prstGeom>
          <a:solidFill>
            <a:srgbClr val="2A3680"/>
          </a:solidFill>
          <a:ln/>
        </p:spPr>
      </p:sp>
      <p:sp>
        <p:nvSpPr>
          <p:cNvPr id="10" name="Shape 7"/>
          <p:cNvSpPr/>
          <p:nvPr/>
        </p:nvSpPr>
        <p:spPr>
          <a:xfrm>
            <a:off x="6949440" y="3794760"/>
            <a:ext cx="4389120" cy="365760"/>
          </a:xfrm>
          <a:prstGeom prst="rect">
            <a:avLst/>
          </a:prstGeom>
          <a:solidFill>
            <a:srgbClr val="2A368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22960" y="3794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494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 No.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4160520"/>
            <a:ext cx="6035040" cy="475488"/>
          </a:xfrm>
          <a:prstGeom prst="rect">
            <a:avLst/>
          </a:prstGeom>
          <a:solidFill>
            <a:srgbClr val="222E7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949440" y="4160520"/>
            <a:ext cx="4389120" cy="475488"/>
          </a:xfrm>
          <a:prstGeom prst="rect">
            <a:avLst/>
          </a:prstGeom>
          <a:solidFill>
            <a:srgbClr val="222E70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605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Mostafa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49440" y="41605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20234103379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2960" y="4636008"/>
            <a:ext cx="603504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5"/>
          <p:cNvSpPr/>
          <p:nvPr/>
        </p:nvSpPr>
        <p:spPr>
          <a:xfrm>
            <a:off x="6949440" y="4636008"/>
            <a:ext cx="43891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63600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Mubashsher</a:t>
            </a: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6949440" y="463600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20234103371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22960" y="5111496"/>
            <a:ext cx="6035040" cy="475488"/>
          </a:xfrm>
          <a:prstGeom prst="rect">
            <a:avLst/>
          </a:prstGeom>
          <a:solidFill>
            <a:srgbClr val="222E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0" y="5111496"/>
            <a:ext cx="4389120" cy="475488"/>
          </a:xfrm>
          <a:prstGeom prst="rect">
            <a:avLst/>
          </a:prstGeom>
          <a:solidFill>
            <a:srgbClr val="222E70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11149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Rahmatul</a:t>
            </a: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49440" y="511149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20234103386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822960" y="5586984"/>
            <a:ext cx="603504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3"/>
          <p:cNvSpPr/>
          <p:nvPr/>
        </p:nvSpPr>
        <p:spPr>
          <a:xfrm>
            <a:off x="6949440" y="5586984"/>
            <a:ext cx="43891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558698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Mehedi Hassan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949440" y="55869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20234103384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22960" y="6062472"/>
            <a:ext cx="6035040" cy="475488"/>
          </a:xfrm>
          <a:prstGeom prst="rect">
            <a:avLst/>
          </a:prstGeom>
          <a:solidFill>
            <a:srgbClr val="222E70"/>
          </a:solidFill>
          <a:ln/>
        </p:spPr>
      </p:sp>
      <p:sp>
        <p:nvSpPr>
          <p:cNvPr id="30" name="Shape 27"/>
          <p:cNvSpPr/>
          <p:nvPr/>
        </p:nvSpPr>
        <p:spPr>
          <a:xfrm>
            <a:off x="6949440" y="6062472"/>
            <a:ext cx="4389120" cy="475488"/>
          </a:xfrm>
          <a:prstGeom prst="rect">
            <a:avLst/>
          </a:prstGeom>
          <a:solidFill>
            <a:srgbClr val="222E70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606247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Md. Jewel Rana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6949440" y="60624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20234103363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738" y="97849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3311" y="2552431"/>
            <a:ext cx="1552689" cy="162512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smart_home_ppt/icons/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38" y="2789995"/>
            <a:ext cx="1118616" cy="1118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90800" y="2057400"/>
            <a:ext cx="8778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automation connects everyday household devices to the internet, allowing them to be sensed and controlled remotely.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an ESP32 microcontroller to monitor fire, humidity, temperature, and motion, and to control a light and a water pump.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and controls are available through a simple web dashboard, accessible from anywhere.</a:t>
            </a:r>
            <a:endParaRPr lang="en-US" sz="24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2034" y="2514599"/>
            <a:ext cx="1711541" cy="1752601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smart_home_ppt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85" y="2728587"/>
            <a:ext cx="1126237" cy="11262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1645920"/>
            <a:ext cx="8778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homes rely on manual switches — lights and pumps must be operated in person.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can spread quickly, and without early detection, damage and risk to life increase sharply.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have no way to check temperature, humidity, or activity outside while they are away.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affordable system that senses, alerts, and can be controlled remotely.</a:t>
            </a:r>
            <a:endParaRPr lang="en-US" sz="24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9117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smart_home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fire early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83080" y="24003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Sense flame and trigger an instant buzzer alarm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smart_home_ppt/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677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appliances remotely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223760" y="24003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Turn the light and water pump on/off from the website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smart_home_ppt/icons/thermome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0965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749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environment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783080" y="42519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Track real-time temperature and humidity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080760" y="35204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smart_home_ppt/icons/ra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0965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749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outside activity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7223760" y="42291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Detect motion and show it live on the dashboard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2509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98581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Inputs</a:t>
            </a:r>
            <a:endParaRPr lang="en-US" sz="2400" b="1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mart_home_ppt/icons/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3134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Detects fire by sensing infrared light from flames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mart_home_ppt/icons/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223760" y="23134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Detects motion of people outside the house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mart_home_ppt/icons/thermome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0965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49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Sensor (DHT11)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783080" y="41422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Reads room temperature and humidity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080760" y="35204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mart_home_ppt/icons/togg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0965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749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Push Switches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223760" y="41422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 to control light and pump locally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24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Actuators &amp; Power</a:t>
            </a:r>
            <a:endParaRPr lang="en-US" sz="2400" b="1" dirty="0"/>
          </a:p>
        </p:txBody>
      </p:sp>
      <p:sp>
        <p:nvSpPr>
          <p:cNvPr id="4" name="Shape 2"/>
          <p:cNvSpPr/>
          <p:nvPr/>
        </p:nvSpPr>
        <p:spPr>
          <a:xfrm>
            <a:off x="676656" y="17373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5396" y="199339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mart_home_ppt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961" y="216895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907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ESP8266 Board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379976" y="17373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28716" y="199339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smart_home_ppt/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281" y="2168957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1416" y="2907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 Relay Modules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8083296" y="17373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432036" y="199339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smart_home_ppt/icons/drop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601" y="2168957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74736" y="2907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Water Pump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76656" y="3749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025396" y="40050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smart_home_ppt/icons/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961" y="4180637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8096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LED (6V)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4379976" y="3749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28716" y="40050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smart_home_ppt/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4281" y="4180637"/>
            <a:ext cx="380390" cy="3803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71416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8083296" y="3749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432036" y="40050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smart_home_ppt/icons/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7601" y="4180637"/>
            <a:ext cx="380390" cy="38039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74736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9V Battery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" y="2285999"/>
            <a:ext cx="2331720" cy="146304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CD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16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3816" y="29992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Flame, PIR, DHT11, switches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08376" y="306324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11296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C7C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8456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48456" y="29992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sensors, controls relays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43016" y="306324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45936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C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83096" y="29992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real-time sync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677656" y="306324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0576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CD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17736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17736" y="29992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View data &amp; send commands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364" y="588085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93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 flow</a:t>
            </a:r>
            <a:endParaRPr lang="en-US" sz="2400" b="1" dirty="0"/>
          </a:p>
        </p:txBody>
      </p:sp>
      <p:sp>
        <p:nvSpPr>
          <p:cNvPr id="4" name="Shape 2"/>
          <p:cNvSpPr/>
          <p:nvPr/>
        </p:nvSpPr>
        <p:spPr>
          <a:xfrm>
            <a:off x="626364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32204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3220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244" y="277099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detects fire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9244" y="3621741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Sensor picks up infrared light from flames nearby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40964" y="31089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33572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9412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41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6452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reads the signal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6452" y="350251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checks the sensor value continuously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8172" y="31089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4078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662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2466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3660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alarm activates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3474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loud buzzer sounds immediately at the location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55380" y="31089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47988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3828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382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0868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shown on website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0868" y="3474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Fire status updates on the dashboard in real time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715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 flow</a:t>
            </a:r>
            <a:endParaRPr lang="en-US" sz="2400" b="1" dirty="0"/>
          </a:p>
        </p:txBody>
      </p:sp>
      <p:sp>
        <p:nvSpPr>
          <p:cNvPr id="4" name="Shape 2"/>
          <p:cNvSpPr/>
          <p:nvPr/>
        </p:nvSpPr>
        <p:spPr>
          <a:xfrm>
            <a:off x="626364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32204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3220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244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a button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9244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 the website, e.g. turn the light or pump 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40964" y="31089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33572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9412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41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6452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sent to cloud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6452" y="3530301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updates a value in Firebase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8172" y="31089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40780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662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2466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3660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reads the update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23660" y="3481893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board checks the cloud database continuously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55380" y="3108960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47988" y="196596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3828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382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0868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switches the device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0868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Light or pump turns on or off as requested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468" y="77410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54468" y="2095321"/>
            <a:ext cx="1570616" cy="1691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smart_home_ppt/icons/wor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07" y="2366861"/>
            <a:ext cx="1062139" cy="10621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1771426"/>
            <a:ext cx="8778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temperature and humidity readings, updated automatically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alert banner appears instantly when flame is detected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status shows whether someone is currently outside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 buttons for the light and water pump, usable from any device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8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smart_home_ppt/icons/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742846"/>
            <a:ext cx="309067" cy="3090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72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Detection &amp; Alarm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463040" y="1947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triggers the buzzer instantly when fire is detected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40080" y="24963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smart_home_ppt/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2638958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Light Control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463040" y="28437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Turn the room light on or off from the website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40080" y="339242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smart_home_ppt/icons/drop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3535070"/>
            <a:ext cx="309067" cy="3090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3649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Pump Control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463040" y="37398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Start or stop the water pump remotely, anytime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640080" y="428853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smart_home_ppt/icons/thermome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" y="4431182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2611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&amp; Temperature Monitoring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1463040" y="46360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readings displayed on the dashboard</a:t>
            </a: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640080" y="518464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smart_home_ppt/icons/ra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" y="5327294"/>
            <a:ext cx="309067" cy="30906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5157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Motion Detection</a:t>
            </a:r>
            <a:endParaRPr lang="en-US" sz="2400" dirty="0"/>
          </a:p>
        </p:txBody>
      </p:sp>
      <p:sp>
        <p:nvSpPr>
          <p:cNvPr id="22" name="Text 15"/>
          <p:cNvSpPr/>
          <p:nvPr/>
        </p:nvSpPr>
        <p:spPr>
          <a:xfrm>
            <a:off x="1463040" y="5532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PIR sensor alerts when someone is detected outside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3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smart_home_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Safety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83080" y="246269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Early fire alerts can prevent major damage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smart_home_ppt/icons/dev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677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Convenience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196328" y="243687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Control appliances from any device, anywhere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smart_home_ppt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0965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749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755648" y="427266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Always up-to-date temperature &amp; humidity data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080760" y="352044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smart_home_ppt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0965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749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Solution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7223760" y="42291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affordable, easily available components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8339" y="978229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83423" y="2176631"/>
            <a:ext cx="1747400" cy="17454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smart_home_ppt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0" y="2511552"/>
            <a:ext cx="1075586" cy="1075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01245" y="1965960"/>
            <a:ext cx="8778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mobile app for Android and iOS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 using Google Assistant or Alexa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backup for uninterrupted operation</a:t>
            </a:r>
            <a:endParaRPr lang="en-US" sz="2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to detect fire risk before it happens</a:t>
            </a:r>
            <a:endParaRPr lang="en-US" sz="2400" dirty="0"/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8339" y="978229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0681" y="2275243"/>
            <a:ext cx="1747400" cy="17454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smart_home_ppt/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84" y="2610164"/>
            <a:ext cx="1075586" cy="1075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01245" y="1965960"/>
            <a:ext cx="8778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3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that a few affordable components can build a smart home system that genuinely improves safety and convenience. By combining fire detection, environment monitoring, motion sensing, and remote appliance control into one dashboard, we created a practical, low-cost solution. It also gave our team hands-on experience with IoT, embedded systems, and real-time web control.</a:t>
            </a:r>
            <a:endParaRPr lang="en-US" sz="24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4873070" y="1167604"/>
            <a:ext cx="2213565" cy="1516426"/>
          </a:xfrm>
          <a:prstGeom prst="ellipse">
            <a:avLst/>
          </a:prstGeom>
          <a:solidFill>
            <a:srgbClr val="3A4696"/>
          </a:solidFill>
          <a:ln/>
        </p:spPr>
      </p:sp>
      <p:pic>
        <p:nvPicPr>
          <p:cNvPr id="5" name="Image 0" descr="/home/claude/smart_home_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07" y="1385168"/>
            <a:ext cx="1109748" cy="11097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90619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693</Words>
  <Application>Microsoft Office PowerPoint</Application>
  <PresentationFormat>Widescreen</PresentationFormat>
  <Paragraphs>135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Anfal Ratul</cp:lastModifiedBy>
  <cp:revision>40</cp:revision>
  <dcterms:created xsi:type="dcterms:W3CDTF">2026-08-15T15:27:54Z</dcterms:created>
  <dcterms:modified xsi:type="dcterms:W3CDTF">2026-08-15T19:37:12Z</dcterms:modified>
</cp:coreProperties>
</file>